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Model Accuracy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980B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7A58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E44A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TF-IDF + SVM</c:v>
                  </c:pt>
                  <c:pt idx="1">
                    <c:v>TF-IDF + LR</c:v>
                  </c:pt>
                  <c:pt idx="2">
                    <c:v>DistilBERT</c:v>
                  </c:pt>
                  <c:pt idx="3">
                    <c:v>BERT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83.97</c:v>
                </c:pt>
                <c:pt idx="1">
                  <c:v>84.15</c:v>
                </c:pt>
                <c:pt idx="2">
                  <c:v>84.5</c:v>
                </c:pt>
                <c:pt idx="3">
                  <c:v>83.7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8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F1-Score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7A5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TF-IDF + SVM</c:v>
                  </c:pt>
                  <c:pt idx="1">
                    <c:v>TF-IDF + LR</c:v>
                  </c:pt>
                  <c:pt idx="2">
                    <c:v>DistilBERT</c:v>
                  </c:pt>
                  <c:pt idx="3">
                    <c:v>BERT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0.81</c:v>
                </c:pt>
                <c:pt idx="1">
                  <c:v>0.81</c:v>
                </c:pt>
                <c:pt idx="2">
                  <c:v>0.82</c:v>
                </c:pt>
                <c:pt idx="3">
                  <c:v>0.79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3E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75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D6D7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65760" y="155448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 Reviews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Review Classification Using ML &amp; Deep Learning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3200400"/>
            <a:ext cx="5029200" cy="155448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84448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Ardra Selin A G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Sravana Nambiar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Archana 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3200400"/>
            <a:ext cx="2926080" cy="1554480"/>
          </a:xfrm>
          <a:prstGeom prst="rect">
            <a:avLst/>
          </a:prstGeom>
          <a:solidFill>
            <a:srgbClr val="17A589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84448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Fine Food Reviews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568,454 Reviews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of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3" name="Text 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•  Deep Learning  •  NLP  •  Python  •  Streamlit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explosion of online reviews on platforms like Amazon, manually reading and categorizing feedback is impractical at scale.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568K+ Amazon food reviews — impossible to read manually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need real-time sentiment classification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92024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20116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26060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Nuanced language requires advanced NLP understanding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977640"/>
            <a:ext cx="8412480" cy="8229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Build a robust system to automatically classify product reviews as Positive, Neutral, or Negative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94360" cy="5943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005840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005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product reviews into Positive, Neutral, and Negative sentiments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594360" cy="5943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792224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51560" y="1792224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179222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comprehensive text preprocessing and exploratory data analysis (EDA)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594360" cy="5943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578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1560" y="2578608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57860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compare traditional ML models with transformer-based deep learning models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594360" cy="5943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36499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3364992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36499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best-performing model based on accuracy and F1-score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151376"/>
            <a:ext cx="594360" cy="5943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151376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4151376"/>
            <a:ext cx="7680960" cy="5943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15137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models using precision, recall, F1-score, and confusion matrices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Amazon Fine Food Reviews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011680" cy="11887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568K+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468880" y="1005840"/>
            <a:ext cx="2011680" cy="11887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2011680" cy="11887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1772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0" y="1005840"/>
            <a:ext cx="2011680" cy="118872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0515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66560" y="17373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1371600" cy="38404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34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920240" y="2834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review text used for analysis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337560"/>
            <a:ext cx="1371600" cy="38404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33375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920240" y="33375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review summary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840480"/>
            <a:ext cx="1371600" cy="38404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840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920240" y="38404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(1–5 stars), mapped to sentiment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377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Mapping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2834640"/>
            <a:ext cx="3931920" cy="3931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283464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283464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46320" y="3337560"/>
            <a:ext cx="3931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892040" y="3419856"/>
            <a:ext cx="228600" cy="228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5212080" y="333756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Stars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333756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3840480"/>
            <a:ext cx="3931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892040" y="3922776"/>
            <a:ext cx="228600" cy="2286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36" name="Text 34"/>
          <p:cNvSpPr/>
          <p:nvPr/>
        </p:nvSpPr>
        <p:spPr>
          <a:xfrm>
            <a:off x="5212080" y="384048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Stars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0" y="384048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46320" y="4343400"/>
            <a:ext cx="3931920" cy="3931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892040" y="4425696"/>
            <a:ext cx="228600" cy="2286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4343400"/>
            <a:ext cx="14630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Stars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4343400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914400" cy="914400"/>
          </a:xfrm>
          <a:prstGeom prst="ellipse">
            <a:avLst/>
          </a:prstGeom>
          <a:solidFill>
            <a:srgbClr val="0D6EFD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91640" y="1508760"/>
            <a:ext cx="32004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8" name="Shape 6"/>
          <p:cNvSpPr/>
          <p:nvPr/>
        </p:nvSpPr>
        <p:spPr>
          <a:xfrm>
            <a:off x="2423160" y="1097280"/>
            <a:ext cx="914400" cy="914400"/>
          </a:xfrm>
          <a:prstGeom prst="ellipse">
            <a:avLst/>
          </a:prstGeom>
          <a:solidFill>
            <a:srgbClr val="6610F2"/>
          </a:solidFill>
          <a:ln/>
        </p:spPr>
      </p:sp>
      <p:sp>
        <p:nvSpPr>
          <p:cNvPr id="9" name="Text 7"/>
          <p:cNvSpPr/>
          <p:nvPr/>
        </p:nvSpPr>
        <p:spPr>
          <a:xfrm>
            <a:off x="242316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01168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1508760"/>
            <a:ext cx="32004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2" name="Shape 10"/>
          <p:cNvSpPr/>
          <p:nvPr/>
        </p:nvSpPr>
        <p:spPr>
          <a:xfrm>
            <a:off x="4160520" y="1097280"/>
            <a:ext cx="914400" cy="914400"/>
          </a:xfrm>
          <a:prstGeom prst="ellipse">
            <a:avLst/>
          </a:prstGeom>
          <a:solidFill>
            <a:srgbClr val="0DCAF0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74904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66360" y="1508760"/>
            <a:ext cx="32004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6" name="Shape 14"/>
          <p:cNvSpPr/>
          <p:nvPr/>
        </p:nvSpPr>
        <p:spPr>
          <a:xfrm>
            <a:off x="5897880" y="1097280"/>
            <a:ext cx="914400" cy="914400"/>
          </a:xfrm>
          <a:prstGeom prst="ellipse">
            <a:avLst/>
          </a:prstGeom>
          <a:solidFill>
            <a:srgbClr val="17A589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508760"/>
            <a:ext cx="32004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0" name="Shape 18"/>
          <p:cNvSpPr/>
          <p:nvPr/>
        </p:nvSpPr>
        <p:spPr>
          <a:xfrm>
            <a:off x="7635240" y="1097280"/>
            <a:ext cx="914400" cy="91440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23760" y="214884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743200" cy="1965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3291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&amp; nulls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star ratings → sentiment labels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remove HTML/punctuation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lemmatization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sampling for balance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834640"/>
            <a:ext cx="2743200" cy="1965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291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 distribution viz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clouds per sentiment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length analysis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word analysis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2834640"/>
            <a:ext cx="2743200" cy="196596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17920" y="329184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 (N-gram features)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DistilBERT tokenization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 (stratified)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0116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1920240" cy="32004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SVM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83.97%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" y="3621024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training, handles high-dimensional sparse text features well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960120"/>
            <a:ext cx="20116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005840"/>
            <a:ext cx="1920240" cy="32004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51460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84.15%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1460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1460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542032" y="3621024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interpretable, strong baseline for text classification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960120"/>
            <a:ext cx="2011680" cy="3886200"/>
          </a:xfrm>
          <a:prstGeom prst="rect">
            <a:avLst/>
          </a:prstGeom>
          <a:solidFill>
            <a:srgbClr val="17A589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005840"/>
            <a:ext cx="1920240" cy="32004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84.50%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70916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EE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736592" y="3621024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transformer, 97% of BERT at 60% size. Captures contextual meaning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960120"/>
            <a:ext cx="201168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1005840"/>
            <a:ext cx="1920240" cy="320040"/>
          </a:xfrm>
          <a:prstGeom prst="rect">
            <a:avLst/>
          </a:prstGeom>
          <a:solidFill>
            <a:srgbClr val="6610F2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1005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1389888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03720" y="2148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2423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83.70%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90372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03720" y="3200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931152" y="3621024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contextual embeddings, best at understanding nuanced language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Comparison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52160" y="1005840"/>
          <a:ext cx="2926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343400"/>
            <a:ext cx="8412480" cy="59436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Model: DistilBERT  —  84.50% Accuracy  |  F1-Score: 0.82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645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entire pipeline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7764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77640" y="1645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vectorization, SVM, Logistic Regression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81228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(HuggingFace)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12280" y="1645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DistilBERT fine-tuning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4747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and manipulation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97764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77640" y="34747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visualizations, word clouds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30175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812280" y="3017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34747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application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Deployment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64008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97280" y="1005840"/>
            <a:ext cx="758952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0515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Page: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05156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interface to input product reviews for real-time sentiment prediction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64008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8013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097280" y="1801368"/>
            <a:ext cx="758952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1847088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Review Prediction: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184708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any review text and instantly get Positive / Neutral / Negative classification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64008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9689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97280" y="2596896"/>
            <a:ext cx="758952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642616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Performance: 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264261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comparison of all 4 models with accuracy and metric charts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392424"/>
            <a:ext cx="64008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39242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97280" y="3392424"/>
            <a:ext cx="758952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3438144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Summary: 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3438144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precision, recall, F1-score breakdown per model and per class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187952"/>
            <a:ext cx="64008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187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ℹ️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97280" y="4187952"/>
            <a:ext cx="7589520" cy="64008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423367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Page: 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34640" y="423367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background, team info, and dataset description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A5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Live App: https://sentimentanalysisofappuctreviews-ibsbwdzbzrapjcmypchsse.streamlit.app/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754880" cy="3794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Sentiment_Analysis_of_Product_Reviews/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📓 data_preprocessing(1).ipynb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🤖 models.pkl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📄 README.md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📄 Requirements.txt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📄 .gitattributes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9496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Lifecycle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94960" y="1463040"/>
            <a:ext cx="3383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463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Data Collection (Kaggle)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1920240"/>
            <a:ext cx="338328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920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Preprocessing &amp; Cleaning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94960" y="2377440"/>
            <a:ext cx="3383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23774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Exploratory Data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2834640"/>
            <a:ext cx="338328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28346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Feature Engineering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94960" y="3291840"/>
            <a:ext cx="3383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2918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Model Training &amp; Tuning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4960" y="3749040"/>
            <a:ext cx="3383280" cy="384048"/>
          </a:xfrm>
          <a:prstGeom prst="rect">
            <a:avLst/>
          </a:prstGeom>
          <a:solidFill>
            <a:srgbClr val="EAF4F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37490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&amp; Comparison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4206240"/>
            <a:ext cx="33832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420624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Streamlit Deployment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1828800" cy="54864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AB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builds a complete Sentiment Analysis pipeline that classifies Amazon product reviews using both traditional ML and modern transformer-based models.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80467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1031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achieved the best performance: 84.50% accuracy and F1-score 0.82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761488"/>
            <a:ext cx="80467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761488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2761488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ML (Logistic Regression) is competitive at 84.15% with far less compute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419856"/>
            <a:ext cx="80467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419856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3419856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NLP lifecycle: preprocessing → EDA → feature engineering → training → evaluation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4078224"/>
            <a:ext cx="8046720" cy="53035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4078224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05840" y="4078224"/>
            <a:ext cx="7223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live Streamlit web application for real-world use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7A589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Questions?  •  GitHub: sravananambiar20/Sentiment_Analysis_of_Product_Reviews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Analysis of Product Reviews</dc:title>
  <dc:subject>PptxGenJS Presentation</dc:subject>
  <dc:creator>Ardra Selin A G, Sravana Nambiar, Archana T</dc:creator>
  <cp:lastModifiedBy>Ardra Selin A G, Sravana Nambiar, Archana T</cp:lastModifiedBy>
  <cp:revision>1</cp:revision>
  <dcterms:created xsi:type="dcterms:W3CDTF">2026-05-15T10:49:29Z</dcterms:created>
  <dcterms:modified xsi:type="dcterms:W3CDTF">2026-05-15T10:49:29Z</dcterms:modified>
</cp:coreProperties>
</file>